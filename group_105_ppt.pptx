
<file path=[Content_Types].xml><?xml version="1.0" encoding="utf-8"?>
<Types xmlns="http://schemas.openxmlformats.org/package/2006/content-types">
  <Default ContentType="video/mp4" Extension="mp4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0"/>
            <a:ext cx="3200400" cy="3200400"/>
          </a:xfrm>
          <a:prstGeom prst="ellipse">
            <a:avLst/>
          </a:prstGeom>
          <a:solidFill>
            <a:srgbClr val="0F1C34"/>
          </a:solidFill>
          <a:ln>
            <a:solidFill>
              <a:srgbClr val="0F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640080"/>
            <a:ext cx="1920240" cy="1920240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9880" y="1234440"/>
            <a:ext cx="731520" cy="731520"/>
          </a:xfrm>
          <a:prstGeom prst="ellipse">
            <a:avLst/>
          </a:prstGeom>
          <a:solidFill>
            <a:srgbClr val="0A1222"/>
          </a:solidFill>
          <a:ln>
            <a:solidFill>
              <a:srgbClr val="0A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400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4400" b="1">
                <a:solidFill>
                  <a:srgbClr val="F5F8FC"/>
                </a:solidFill>
                <a:latin typeface="Aptos"/>
              </a:defRPr>
            </a:pPr>
            <a:r>
              <a:t>THRIVE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6766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B4C2D3"/>
                </a:solidFill>
                <a:latin typeface="Aptos"/>
              </a:defRPr>
            </a:pPr>
            <a:r>
              <a:t>A Wellbeing Support &amp; Resource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54680"/>
            <a:ext cx="1005840" cy="6400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 tIns="18288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Guide: [Add Guide Name]</a:t>
            </a:r>
          </a:p>
          <a:p>
            <a:pPr>
              <a:spcAft>
                <a:spcPts val="200"/>
              </a:spcAft>
              <a:defRPr sz="1500" b="1">
                <a:solidFill>
                  <a:srgbClr val="B4C2D3"/>
                </a:solidFill>
                <a:latin typeface="Aptos"/>
              </a:defRPr>
            </a:pPr>
            <a:r>
              <a:t>Team Members:</a:t>
            </a:r>
          </a:p>
          <a:p>
            <a:pPr>
              <a:spcAft>
                <a:spcPts val="2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Aviraj Singh Thakur  •  25BCE10894</a:t>
            </a:r>
          </a:p>
          <a:p>
            <a:pPr>
              <a:spcAft>
                <a:spcPts val="2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Avika Panday  •  25BCE10928</a:t>
            </a:r>
          </a:p>
          <a:p>
            <a:pPr>
              <a:spcAft>
                <a:spcPts val="2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Manish Kumar  •  25BCE10933</a:t>
            </a:r>
          </a:p>
          <a:p>
            <a:pPr>
              <a:spcAft>
                <a:spcPts val="2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Udit Ravikant Chaubey  •  25BCE11330</a:t>
            </a:r>
          </a:p>
          <a:p>
            <a:pPr>
              <a:spcAft>
                <a:spcPts val="2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Aviral Verma  •  25BCE10954</a:t>
            </a:r>
          </a:p>
          <a:p>
            <a:pPr>
              <a:spcAft>
                <a:spcPts val="2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School of Computing Science and Engineering</a:t>
            </a:r>
          </a:p>
          <a:p>
            <a:pPr>
              <a:spcAft>
                <a:spcPts val="2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VIT Bhopal University  • 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7220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FINAL REVIEW  •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120640"/>
            <a:ext cx="3931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SUPPORT  •  REFLECT  •  GROW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01  /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64008" cy="157276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836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677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The problem and the purpose of THRIVE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62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7373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737360"/>
            <a:ext cx="64008" cy="1572768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836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Existing work &amp;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2677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What current approaches miss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862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17373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3" y="1737360"/>
            <a:ext cx="64008" cy="1572768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3" y="18836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3" y="22677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Our approach and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19103" y="2862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94760"/>
            <a:ext cx="64008" cy="1572768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9410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Architecture &amp;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3251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How the platform is organised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194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7947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2272" y="3794760"/>
            <a:ext cx="64008" cy="1572768"/>
          </a:xfrm>
          <a:prstGeom prst="rect">
            <a:avLst/>
          </a:prstGeom>
          <a:solidFill>
            <a:srgbClr val="60DCD7"/>
          </a:solidFill>
          <a:ln>
            <a:solidFill>
              <a:srgbClr val="60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9410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Implementation &amp;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3251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Frontend, backend, APIs and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9194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37947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84463" y="3794760"/>
            <a:ext cx="64008" cy="157276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3" y="39410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Testing &amp;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3" y="43251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Input/output and observed behaviour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19103" y="49194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02 / PROBLEM &amp;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F5F8FC"/>
                </a:solidFill>
                <a:latin typeface="Aptos"/>
              </a:defRPr>
            </a:pPr>
            <a:r>
              <a:t>Wellbeing support should be easy to find, private to access, and practical to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194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64008" cy="219456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3108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Students may experience academic pressure, stress, sleep difficulties and relationship concerns, but may not know where to start.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2194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64008" cy="219456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73552"/>
            <a:ext cx="3108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THRIVE brings wellbeing information, self-reflection check-ins and support pathways into one web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429000" cy="2194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64008" cy="219456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73552"/>
            <a:ext cx="3108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Help users reflect on their current concerns and discover relevant educational resources and support options.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THRIVE is a wellbeing support tool — not a diagnostic or medical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03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Existing Work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42900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Common existing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4632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Static articles scattered across websites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Generic advice that may not match a user's concern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Support information separated from self-reflection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Limited continuity between visits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64008" cy="342900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Limitations addressed by THRIVE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67712"/>
            <a:ext cx="484632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A central place for wellbeing resources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Category-based resource navigation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Login and profile flow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Check-in concept for identifying relevant topics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Support and information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This slide describes general design limitations, not a claim that every existing platform has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04 /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Proposed Work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55448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Identify common wellbeing topics and support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072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69164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691640"/>
            <a:ext cx="64008" cy="155448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83794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Organise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2199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Group information into clear resource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28072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69164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0183" y="1691640"/>
            <a:ext cx="64008" cy="155448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3" y="183794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Authenticate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3" y="222199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Provide signup/login and user-specific access where protected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4824" y="28072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64008" cy="1554480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Reflect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8795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Use check-in answers to summarise concern 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77316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365760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7992" y="3657600"/>
            <a:ext cx="64008" cy="1554480"/>
          </a:xfrm>
          <a:prstGeom prst="rect">
            <a:avLst/>
          </a:prstGeom>
          <a:solidFill>
            <a:srgbClr val="60DCD7"/>
          </a:solidFill>
          <a:ln>
            <a:solidFill>
              <a:srgbClr val="60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0390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18795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Guide users to relevant resource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477316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3" y="365760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0183" y="3657600"/>
            <a:ext cx="64008" cy="155448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3063" y="380390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3" y="418795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Test forms, APIs, navigation and saved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64824" y="477316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05 / WHAT THRIVE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Novelty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F5F8FC"/>
                </a:solidFill>
                <a:latin typeface="Aptos"/>
              </a:defRPr>
            </a:pPr>
            <a:r>
              <a:t>The contribution is in the integrated user journey—not a claim to invent wellbeing support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103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64008" cy="21031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Connected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310896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Signup/login, resource discovery, check-in and support pages in one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2103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64008" cy="21031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Topic-aware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73552"/>
            <a:ext cx="310896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A check-in can direct users toward the resource category that best matches their answers.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429000" cy="2103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64008" cy="210312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73552"/>
            <a:ext cx="310896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Authenticated, user-linked check-in history is a planned/implemented capability to demonstrate if verified.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Do not describe the tool as diagnosing mental-health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06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Real-Time Usage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Open THRIVE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1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60320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Create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Signup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07992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Login API returns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55664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Resource and support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3608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03336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Check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Answer wellbeing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51007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51007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7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View guidance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1007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Relevant resource category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8920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Illustrative user journey; demonstrate only the steps that work in the current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07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Hardware &amp; 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64008" cy="342900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480060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Laptop or desktop computer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Recommended: 8 GB RAM or more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Internet connection for development and testing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Smartphone/browser for responsive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12064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64008" cy="342900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93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Software /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13432"/>
            <a:ext cx="480060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Frontend: React, TypeScript, Vite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Backend: Node.js and Express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Database: PostgreSQL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Libraries: bcrypt, jsonwebtoken, cors, dotenv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Tools: VS Code, Git and browser DevTools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Requirements are practical recommendations; confirm package versions from package.json.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08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Overall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73152" cy="82296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01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USER /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12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Signup • Login • Home • Resources • Check-in •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834640"/>
            <a:ext cx="73152" cy="82296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44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FRONTEND — React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55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Forms • Routing • Fetch requests • UI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77639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977639"/>
            <a:ext cx="73152" cy="82296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87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BACKEND — Node.js +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Auth routes/controllers • JWT middleware • Resource/support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120640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120640"/>
            <a:ext cx="73152" cy="822960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30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DATABASE —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41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Users • Resource data • Support/check-in data (as implemented)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42032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↓  HTTP /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685032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↓  HTTP /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828032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↓  HTTP / 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09 /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3246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2461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Digital wellbeing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3108960" cy="2606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Online information can make educational material available on demand, but content quality and discoverability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246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64008" cy="32461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8366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Self-reflection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67712"/>
            <a:ext cx="3108960" cy="2606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Questionnaires can help people organise their own reflections, but scores are not diagnoses unless clinically validated.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3246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64008" cy="324612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8366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Web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67712"/>
            <a:ext cx="3108960" cy="2606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Password hashing, server-side verification and secure session/token handling are important for protected user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B4C2D3"/>
                </a:solidFill>
                <a:latin typeface="Aptos"/>
              </a:defRPr>
            </a:pPr>
            <a:r>
              <a:t>Add 3–5 verified papers or official documentation references here before final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10 / MAIN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Module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06984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Signup, login, password verification and JWT-based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64008" cy="1069848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9222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Displays user-related information after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9232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99232"/>
            <a:ext cx="64008" cy="1069848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45536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Resource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9584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Browse wellbeing guides by topic/category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99232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99232"/>
            <a:ext cx="64008" cy="1069848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45536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Check-in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29584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Collects answers and summarises category scores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52544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352544"/>
            <a:ext cx="64008" cy="1069848"/>
          </a:xfrm>
          <a:prstGeom prst="rect">
            <a:avLst/>
          </a:prstGeom>
          <a:solidFill>
            <a:srgbClr val="60DCD7"/>
          </a:solidFill>
          <a:ln>
            <a:solidFill>
              <a:srgbClr val="60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98848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Support &amp;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82896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Provides information and routes to support options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352544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352544"/>
            <a:ext cx="64008" cy="106984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498848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Database/API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82896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Persists records and serves frontend requests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11 / 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Module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User submits a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1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Frontend sends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Express matches method/path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Controller validates and processes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SQL query reads/writes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1007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7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JSON returned to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B4C2D3"/>
                </a:solidFill>
                <a:latin typeface="Aptos"/>
              </a:defRPr>
            </a:pPr>
            <a:r>
              <a:t>For protected routes, JWT middleware verifies the token before controller logic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12 / TECHNOLOGY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Implementation &amp;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352044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352044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46320" cy="2880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React + TypeScript build the interactive interface.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Components organise pages and forms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Routing connects pages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Fetch/API calls communicate with Express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localStorage currently holds login token/user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66360" cy="352044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64008" cy="352044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Backend &amp;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46320" cy="2880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Node.js + Express expose endpoints.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Routes map HTTP paths to controllers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bcrypt verifies password hashes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JWT supports token-based authentication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PostgreSQL stores persistent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Use exact file names and screenshots from the current codebase in the final version.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13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Demo Video &amp; Project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4747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Screenshots to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0060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1. Home page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2. Signup form and success state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3. Login success / Profile page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4. Resources listing and guide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5. Check-in questions and results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6. Support / Information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2064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64008" cy="34747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Demo video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67712"/>
            <a:ext cx="480060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Open the running application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Demonstrate signup and login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Browse a resource category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Complete the check-in if stable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Show API/database result only if verified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End with support and 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Replace this guidance with real screenshots and a link to your recorded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14 /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solidFill>
            <a:srgbClr val="182B49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2185415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9BEAD"/>
                </a:solidFill>
                <a:latin typeface="Aptos"/>
              </a:defRPr>
            </a:pPr>
            <a:r>
              <a:t>Test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91640"/>
            <a:ext cx="3977639" cy="502920"/>
          </a:xfrm>
          <a:prstGeom prst="rect">
            <a:avLst/>
          </a:prstGeom>
          <a:solidFill>
            <a:srgbClr val="182B49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810512"/>
            <a:ext cx="3831335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9BEAD"/>
                </a:solidFill>
                <a:latin typeface="Aptos"/>
              </a:defRPr>
            </a:pPr>
            <a:r>
              <a:t>Input /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59" y="1691640"/>
            <a:ext cx="4572000" cy="502920"/>
          </a:xfrm>
          <a:prstGeom prst="rect">
            <a:avLst/>
          </a:prstGeom>
          <a:solidFill>
            <a:srgbClr val="182B49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68312" y="1810512"/>
            <a:ext cx="44256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9BEAD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9456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28600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Signup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19456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28600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Valid new user details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59" y="219456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228600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User record created; success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233172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78892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Duplicate signup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697480"/>
            <a:ext cx="3977639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278892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Already registered email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59" y="2697480"/>
            <a:ext cx="457200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278892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Clear error; no duplicate 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20040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29184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Login success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320040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29184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Correct email/password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59" y="320040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329184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Token and user details returned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703320"/>
            <a:ext cx="233172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379476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Login failure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703320"/>
            <a:ext cx="3977639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379476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Incorrect password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59" y="3703320"/>
            <a:ext cx="457200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8312" y="379476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Authentication rejected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20624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297679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Protected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420624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4297679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Missing/invalid token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59" y="420624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68312" y="4297679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401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709160"/>
            <a:ext cx="233172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480060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Resource browsing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4709160"/>
            <a:ext cx="3977639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90672" y="480060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Open resource route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59" y="4709160"/>
            <a:ext cx="457200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68312" y="480060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Relevant guide renders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21208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530352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Check-in save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521208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0672" y="530352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Submit answers with valid token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5159" y="521208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68312" y="530352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Record saved to logged-in user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C75C"/>
                </a:solidFill>
                <a:latin typeface="Aptos"/>
              </a:defRPr>
            </a:pPr>
            <a:r>
              <a:t>Mark each test Pass/Fail after running it; the expected results above are not claimed test outcomes.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15 / INPUT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34747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4632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Name, email and password for signup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Email and password for login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Navigation choices and resource topics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Check-in answers, where enabled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6636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64008" cy="34747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Outputs to demonstrate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4632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Signup success/error message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Login response and token handling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Profile page after login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Resource guide content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Check-in category scores and suggested resource, if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Capture actual output from the application; avoid invented performance or user-study claims.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16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3337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33756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4632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THRIVE brings wellbeing information, user authentication and resource navigation together in a single web application. The check-in feature aims to help users reflect and find relevant educational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337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64008" cy="333756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67712"/>
            <a:ext cx="484632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Stronger protected-route and session handling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Saved check-in history and trends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Accessibility and responsive testing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Reviewed, evidence-based resource content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User feedback and usability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9BEAD"/>
                </a:solidFill>
                <a:latin typeface="Aptos"/>
              </a:defRPr>
            </a:pPr>
            <a:r>
              <a:t>THRIVE — Support. Reflect. Grow.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457200"/>
            <a:ext cx="3291840" cy="3291840"/>
          </a:xfrm>
          <a:prstGeom prst="ellipse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1188720"/>
            <a:ext cx="1828800" cy="1828800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1783080"/>
            <a:ext cx="640080" cy="640080"/>
          </a:xfrm>
          <a:prstGeom prst="ellipse">
            <a:avLst/>
          </a:prstGeom>
          <a:solidFill>
            <a:srgbClr val="0A1222"/>
          </a:solidFill>
          <a:ln>
            <a:solidFill>
              <a:srgbClr val="0A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583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F5F8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5943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300" b="0">
                <a:solidFill>
                  <a:srgbClr val="B4C2D3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6858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9BEAD"/>
                </a:solidFill>
                <a:latin typeface="Aptos"/>
              </a:defRPr>
            </a:pPr>
            <a:r>
              <a:t>THRIVE  •  FINAL PROJECT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858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29BEAD"/>
                </a:solidFill>
                <a:latin typeface="Aptos"/>
              </a:defRPr>
            </a:pPr>
            <a:r>
              <a:t>PROJECT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THRIVE — Demo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B4C2D3"/>
                </a:solidFill>
                <a:latin typeface="Aptos"/>
              </a:defRPr>
            </a:pPr>
            <a:r>
              <a:t>Embedded project walkthrough supplied by the team</a:t>
            </a:r>
          </a:p>
        </p:txBody>
      </p:sp>
      <p:pic>
        <p:nvPicPr>
          <p:cNvPr id="5" name="VID-20261010-WA00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828800"/>
            <a:ext cx="99669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172200"/>
            <a:ext cx="9966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B4C2D3"/>
                </a:solidFill>
                <a:latin typeface="Aptos"/>
              </a:defRPr>
            </a:pPr>
            <a:r>
              <a:t>If playback does not start automatically, click the video frame in slideshow mode.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